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00C15F-72FA-4E8E-93DE-8799F4796FA5}">
  <a:tblStyle styleId="{6900C15F-72FA-4E8E-93DE-8799F4796F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594360"/>
            <a:ext cx="21031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" y="5943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100584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the Code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21488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Vendora E-Commerce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3017520"/>
            <a:ext cx="1737360" cy="1280160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02920" y="3017520"/>
            <a:ext cx="17373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02920" y="30906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37764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Total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377440" y="3017520"/>
            <a:ext cx="1737360" cy="1280160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377440" y="3017520"/>
            <a:ext cx="17373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2377440" y="30906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77440" y="37764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Algorithm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251960" y="3017520"/>
            <a:ext cx="1737360" cy="1280160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251960" y="3017520"/>
            <a:ext cx="17373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251960" y="30906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251960" y="37764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126480" y="3017520"/>
            <a:ext cx="1737360" cy="1280160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126480" y="3017520"/>
            <a:ext cx="17373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126480" y="3090672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26480" y="37764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Model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NUnit 4.x  |  Arrange-Act-Assert Pattern  |  32/32 Passing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Project: Vendora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325880"/>
            <a:ext cx="41605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What is Vendora?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187452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full-stack e-commerce web application for managing products, customers, orders, and payments.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" y="2697480"/>
            <a:ext cx="6400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77240" y="26974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965960" y="26974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React 19 SPA (Vite 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0080" y="3035808"/>
            <a:ext cx="6400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77240" y="303580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965960" y="303580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ASP.NET Core 10 (C# 14)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40080" y="3374136"/>
            <a:ext cx="6400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77240" y="337413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965960" y="337413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MySQL 8.4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40080" y="3712464"/>
            <a:ext cx="6400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77240" y="37124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Payments: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965960" y="371246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Stripe Checkout (test mode)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40080" y="4050792"/>
            <a:ext cx="64008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77240" y="40507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Test Framework: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965960" y="40507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NUnit 4.x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892040" y="132588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92040" y="132588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074920" y="1417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74 / 80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74920" y="18928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Requirements Implemented (92.5%)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892040" y="246888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892040" y="2468880"/>
            <a:ext cx="64008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074920" y="2560320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74920" y="30358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Automated Tests Passing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92040" y="361188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892040" y="3611880"/>
            <a:ext cx="6400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074920" y="3703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19 / 19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074920" y="417880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Coding Standards Met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SUITE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Suite Summary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0"/>
              <a:buFont typeface="Calibri"/>
              <a:buNone/>
            </a:pPr>
            <a:r>
              <a:rPr b="1" i="0" lang="en-US" sz="10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74320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TOTAL PASSING TESTS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3246120"/>
            <a:ext cx="2560320" cy="1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57200" y="324612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57200" y="3310128"/>
            <a:ext cx="2560320" cy="6400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4297680"/>
            <a:ext cx="237744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BCrypt hashing, validation logic, UTC timestamps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337560" y="3246120"/>
            <a:ext cx="2560320" cy="1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337560" y="3246120"/>
            <a:ext cx="256032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337560" y="3310128"/>
            <a:ext cx="2560320" cy="6400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429000" y="3931920"/>
            <a:ext cx="2377440" cy="365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&amp; Business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429000" y="4297680"/>
            <a:ext cx="237744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Defaults, soft-delete, roles, audit logs, category hierarchy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17920" y="3246120"/>
            <a:ext cx="2560320" cy="1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217920" y="3246120"/>
            <a:ext cx="25603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217920" y="3310128"/>
            <a:ext cx="2560320" cy="6400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309360" y="3931920"/>
            <a:ext cx="2377440" cy="365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309360" y="4297680"/>
            <a:ext cx="237744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endpoints, database constraints, real EF Core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200400" y="4709160"/>
            <a:ext cx="2743200" cy="256032"/>
          </a:xfrm>
          <a:prstGeom prst="roundRect">
            <a:avLst>
              <a:gd fmla="val 1785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200400" y="4709160"/>
            <a:ext cx="2743200" cy="2560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NUnit 4.x  ·  Dedicated C# Test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5943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Internal Algorithm Tests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132320" y="640080"/>
            <a:ext cx="1554480" cy="411480"/>
          </a:xfrm>
          <a:prstGeom prst="roundRect">
            <a:avLst>
              <a:gd fmla="val 13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132320" y="6400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7 Tests  (≥5 req'd ✓)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These tests verify internal logic and algorithms — not just HTTP interfaces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600200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1600200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7200" y="1600200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14400" y="16459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Should_Hash_Password_Instead_Of_Storing_Pl…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14400" y="19842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BCrypt hashing produces non-plaintext 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2395728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7200" y="2395728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57200" y="2395728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14400" y="244144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Should_Verify_Successfully_When_Password_I…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914400" y="27797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BCrypt verify returns true for correct 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3191256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57200" y="3191256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7200" y="3191256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14400" y="3236976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Should_Reject_Verification_When_Password_I…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14400" y="357530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BCrypt verify returns false for wrong 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3986784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7200" y="3986784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57200" y="3986784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14400" y="403250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Should_Produce_Different_Hashes_For_Same_P…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14400" y="437083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BCrypt salt produces unique hashes per run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74920" y="1600200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074920" y="1600200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074920" y="1600200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532120" y="16459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Should_Fail_Validation_When_Password_Is_To…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532120" y="19842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Password length validation rejects short 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074920" y="2395728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074920" y="2395728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074920" y="2395728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532120" y="244144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Should_Pass_Validation_When_Password_Meets…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532120" y="27797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Password length validation accepts valid 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074920" y="3191256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074920" y="3191256"/>
            <a:ext cx="384048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74920" y="3191256"/>
            <a:ext cx="3840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532120" y="3236976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Should_Set_CreatedAt_Timestamp_Automatical…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532120" y="357530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Automatic UTC timestamp on model creation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5943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Model &amp; Business Rule Tests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132320" y="640080"/>
            <a:ext cx="1554480" cy="411480"/>
          </a:xfrm>
          <a:prstGeom prst="roundRect">
            <a:avLst>
              <a:gd fmla="val 13333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132320" y="6400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12801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57200" y="128016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48640" y="1371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30352" y="162763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Initialize Product With Correct Defaults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30352" y="190195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price=0, stock=0, IsDeleted=false, ViewCount=0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46120" y="12801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246120" y="128016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337560" y="1371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319272" y="162763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Mark Product As Deleted When Soft Delete Is Applied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319272" y="190195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Soft-delete flag (REQ-37)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035040" y="12801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126480" y="1371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08192" y="162763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Assign Customer Role By Default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108192" y="190195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New users get 'Customer' role, not 'Admin'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228600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57200" y="228600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48640" y="2377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30352" y="263347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Initialize Order With Pending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30352" y="290779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New orders default to 'Pending'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46120" y="228600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246120" y="228600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337560" y="2377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19272" y="263347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Store Valid Rating And Comment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319272" y="290779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Review stores rating + comment correctly (REQ-56)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035040" y="228600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035040" y="228600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126480" y="2377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108192" y="263347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Hide Review When Admin Soft Deletes 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108192" y="290779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Review soft-delete flag (REQ-60)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329184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329184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4864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30352" y="363931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Capture All Required Audit Log Fields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30352" y="391363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AuditLog: AdminId, Action, Target, Timestamp (REQ-78,79)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46120" y="329184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246120" y="329184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33756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319272" y="363931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Support Parent Child Category Hierarchy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319272" y="391363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 parent-child FK (REQ-52)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035040" y="329184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035040" y="3291840"/>
            <a:ext cx="26517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12648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#16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108192" y="3639312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Store Admin Password As BCrypt Hash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108192" y="3913632"/>
            <a:ext cx="2505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Seeded admin password is hashed, not plain 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Integration Tests — Authentication &amp; Data (1/2)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#17–#24  |  API endpoints, real EF Core + MySQL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14447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57200" y="14447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57200" y="14447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005840" y="14630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Register User And Hash 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005840" y="16550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registration flow: user created, hashed password stored (REQ-01–05)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19019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57200" y="19019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57200" y="19019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005840" y="19202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Reject Login When Email Does Not Exist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05840" y="21122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Login with unknown email returns error (REQ-07)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23591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57200" y="23591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57200" y="23591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005840" y="23774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Reject Login When Password Is Wrong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05840" y="25694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Login with wrong password returns error (REQ-07)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28163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57200" y="28163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57200" y="28163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005840" y="28346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Reject Registration When Email Already Exists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005840" y="30266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Duplicate email returns 400 Bad Request (REQ-02)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57200" y="32735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57200" y="32735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57200" y="32735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005840" y="32918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Return JWT Token When Credentials Are 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005840" y="34838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 login returns a JWT token (REQ-08)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37307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37307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57200" y="37307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005840" y="37490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Have Seeded Admin Account In Database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005840" y="39410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admin@vendora.com exists in seeded DB (REQ-02)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41879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57200" y="41879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57200" y="41879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005840" y="42062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Maintain Order To OrderItems Relationship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005840" y="43982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Order → OrderItems FK integrity (REQ-25, 26)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7200" y="46451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57200" y="46451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57200" y="46451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005840" y="46634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Preserve Decimal Precision For Monetary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005840" y="48554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DECIMAL(10,2) precision maintained for all prices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Integration Tests — Product &amp; Catalog (2/2)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#25–#32  |  Product catalog, soft-delete, view counts, SKU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7200" y="14447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57200" y="14447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57200" y="14447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05840" y="14630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Seed Categories With Correct Parent Child Hierarchy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005840" y="16550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Seeded categories: Electronics → Laptops, etc. (REQ-52)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7200" y="19019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457200" y="19019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457200" y="19019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05840" y="19202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Store Wishlist As User Product Junction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005840" y="21122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WishlistItems junction table works correctly (REQ-62)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57200" y="23591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57200" y="23591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57200" y="23591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5840" y="23774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Enforce Unique SKU Per Product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05840" y="25694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Duplicate SKU throws a DB constraint violation (REQ-36)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57200" y="28163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57200" y="28163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57200" y="28163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005840" y="28346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Exclude Deleted Products From Catalog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005840" y="30266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Soft-deleted products hidden from GET /products (REQ-37)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32735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57200" y="32735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57200" y="32735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005840" y="32918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Include Deleted Products When Flag Is 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005840" y="34838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Admin can see soft-deleted products with includeDeleted=true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57200" y="37307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57200" y="37307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457200" y="37307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005840" y="37490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Increment View Count On Each Product Visit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05840" y="39410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GET /products/{id} increments ViewCount (REQ-55)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57200" y="4187952"/>
            <a:ext cx="8229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57200" y="41879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57200" y="41879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005840" y="42062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Return NotFound When Product Does Not Exist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005840" y="43982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GET /products/999 returns 404 Not Found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7200" y="4645152"/>
            <a:ext cx="8229600" cy="402336"/>
          </a:xfrm>
          <a:prstGeom prst="rect">
            <a:avLst/>
          </a:prstGeom>
          <a:solidFill>
            <a:srgbClr val="EBF4FF"/>
          </a:solidFill>
          <a:ln>
            <a:noFill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57200" y="4645152"/>
            <a:ext cx="45720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57200" y="46451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1005840" y="4663440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Should Return Product Details When Product Exists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005840" y="485546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GET /products/{id} returns full product data (REQ-13)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TO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the Tests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57200" y="1234440"/>
            <a:ext cx="5029200" cy="2103120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640080" y="1371600"/>
            <a:ext cx="4663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Navigate to project root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cd Vendora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b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Run all 32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dotnet test --verbosity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b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Expected output: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# Test Run Successful.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# Total tests: 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#      Passed: 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5669280" y="1234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Met</a:t>
            </a:r>
            <a:endParaRPr b="0" i="0" sz="14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669280" y="1664208"/>
            <a:ext cx="3017520" cy="43891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669280" y="1664208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806440" y="168249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≥ 15 automated tests created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806440" y="188366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32 tests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669280" y="2185416"/>
            <a:ext cx="3017520" cy="43891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669280" y="2185416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5806440" y="22037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≥ 5 algorithm / internal tests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806440" y="2404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7 tests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669280" y="2706624"/>
            <a:ext cx="3017520" cy="43891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669280" y="2706624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5806440" y="27249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Dedicated framework used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806440" y="292608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NUnit 4.x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669280" y="3227832"/>
            <a:ext cx="3017520" cy="43891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5669280" y="3227832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5806440" y="3246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Arrange-Act-Assert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806440" y="344728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All tests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669280" y="3749040"/>
            <a:ext cx="3017520" cy="43891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669280" y="3749040"/>
            <a:ext cx="6400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5806440" y="37673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All tests passing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806440" y="396849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32 / 32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0"/>
            <a:ext cx="5029200" cy="14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Status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Vendora — all tests green, all requirements verified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" name="Google Shape;343;p11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{6900C15F-72FA-4E8E-93DE-8799F4796FA5}</a:tableStyleId>
              </a:tblPr>
              <a:tblGrid>
                <a:gridCol w="2926075"/>
                <a:gridCol w="2651750"/>
                <a:gridCol w="2651750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40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40"/>
                          </a:solidFill>
                        </a:rPr>
                        <a:t>Value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340"/>
                          </a:solidFill>
                        </a:rPr>
                        <a:t>Requirement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Total automated tests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32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≥ 15  ✓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Algorithm / internal tests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7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≥ 5  ✓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Test framework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NUnit 4.x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Dedicated C# framework  ✓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Pattern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Arrange-Act-Assert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—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SRS requirements implemented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74 / 80 (92.5%)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—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Coding standards met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19 / 19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All 19 SRS standards  ✓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Build status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0 errors, 0 warnings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340"/>
                          </a:solidFill>
                        </a:rPr>
                        <a:t>—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1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24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EBF4FF"/>
          </a:solidFill>
          <a:ln cap="flat" cmpd="sng" w="9525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admin@vendora.com  ·  adminvendora  |  dotnet test  →  32/32 Passing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